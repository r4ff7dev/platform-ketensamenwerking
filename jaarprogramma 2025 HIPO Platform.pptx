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8"/>
  </p:notesMasterIdLst>
  <p:handoutMasterIdLst>
    <p:handoutMasterId r:id="rId9"/>
  </p:handoutMasterIdLst>
  <p:sldIdLst>
    <p:sldId id="785" r:id="rId3"/>
    <p:sldId id="793" r:id="rId4"/>
    <p:sldId id="794" r:id="rId5"/>
    <p:sldId id="795" r:id="rId6"/>
    <p:sldId id="798" r:id="rId7"/>
  </p:sldIdLst>
  <p:sldSz cx="9144000" cy="5143500" type="screen16x9"/>
  <p:notesSz cx="6797675" cy="9926638"/>
  <p:defaultTextStyle>
    <a:defPPr>
      <a:defRPr lang="nl-NL"/>
    </a:defPPr>
    <a:lvl1pPr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5">
          <p15:clr>
            <a:srgbClr val="A4A3A4"/>
          </p15:clr>
        </p15:guide>
        <p15:guide id="2" orient="horz" pos="634">
          <p15:clr>
            <a:srgbClr val="A4A3A4"/>
          </p15:clr>
        </p15:guide>
        <p15:guide id="3" pos="521">
          <p15:clr>
            <a:srgbClr val="A4A3A4"/>
          </p15:clr>
        </p15:guide>
        <p15:guide id="4" pos="52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83"/>
    <a:srgbClr val="080539"/>
    <a:srgbClr val="C0002A"/>
    <a:srgbClr val="E3E3E3"/>
    <a:srgbClr val="404040"/>
    <a:srgbClr val="333333"/>
    <a:srgbClr val="0C0F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4" autoAdjust="0"/>
    <p:restoredTop sz="94676" autoAdjust="0"/>
  </p:normalViewPr>
  <p:slideViewPr>
    <p:cSldViewPr snapToObjects="1">
      <p:cViewPr varScale="1">
        <p:scale>
          <a:sx n="119" d="100"/>
          <a:sy n="119" d="100"/>
        </p:scale>
        <p:origin x="192" y="96"/>
      </p:cViewPr>
      <p:guideLst>
        <p:guide orient="horz" pos="2845"/>
        <p:guide orient="horz" pos="634"/>
        <p:guide pos="521"/>
        <p:guide pos="52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97" d="100"/>
          <a:sy n="97" d="100"/>
        </p:scale>
        <p:origin x="-3704" y="-11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358" tIns="45679" rIns="91358" bIns="45679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nl-NL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4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vert="horz" wrap="square" lIns="91358" tIns="45679" rIns="91358" bIns="4567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fld id="{D4EDE375-BCA7-4C3C-80FD-144ABAE9583F}" type="datetime2">
              <a:rPr lang="nl-NL"/>
              <a:pPr>
                <a:defRPr/>
              </a:pPr>
              <a:t>maandag 27 juli 2026</a:t>
            </a:fld>
            <a:endParaRPr lang="nl-NL" dirty="0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358" tIns="45679" rIns="91358" bIns="45679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nl-NL" dirty="0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4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vert="horz" wrap="square" lIns="91358" tIns="45679" rIns="91358" bIns="4567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fld id="{5F00EFBE-AC66-4336-A409-D21803F67C8E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549645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358" tIns="45679" rIns="91358" bIns="45679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nl-NL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4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358" tIns="45679" rIns="91358" bIns="4567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fld id="{C6020920-9E62-40D3-9C2D-DF4A6442CC8C}" type="datetime2">
              <a:rPr lang="nl-NL"/>
              <a:pPr>
                <a:defRPr/>
              </a:pPr>
              <a:t>maandag 27 juli 2026</a:t>
            </a:fld>
            <a:endParaRPr lang="nl-NL" dirty="0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/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358" tIns="45679" rIns="91358" bIns="456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Klik om de opmaakprofielen van de modeltekst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358" tIns="45679" rIns="91358" bIns="45679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nl-NL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4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358" tIns="45679" rIns="91358" bIns="4567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fld id="{29D23239-419E-4A00-9A0B-86B473B179A2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955381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281" indent="-285493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1971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98760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5548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2337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69125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5914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2702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fld id="{00B2430E-060B-4E25-A34D-838C2A05867D}" type="datetime2">
              <a:rPr lang="nl-NL" sz="1200"/>
              <a:pPr eaLnBrk="1" hangingPunct="1">
                <a:defRPr/>
              </a:pPr>
              <a:t>maandag 27 juli 2026</a:t>
            </a:fld>
            <a:endParaRPr lang="nl-NL" sz="1200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281" indent="-285493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1971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98760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5548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2337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69125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5914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2702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fld id="{132F92E6-40EE-4BE9-A861-F861A26AEA74}" type="slidenum">
              <a:rPr lang="nl-NL" sz="1200"/>
              <a:pPr eaLnBrk="1" hangingPunct="1">
                <a:defRPr/>
              </a:pPr>
              <a:t>1</a:t>
            </a:fld>
            <a:endParaRPr lang="nl-NL" sz="1200" dirty="0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nl-NL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3570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F1F4F-BEDF-D50A-C27B-C85EB80A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E379E05-C8ED-7F2C-E40C-6A8E92B6055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281" indent="-285493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1971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98760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5548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2337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69125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5914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2702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fld id="{00B2430E-060B-4E25-A34D-838C2A05867D}" type="datetime2">
              <a:rPr lang="nl-NL" sz="1200"/>
              <a:pPr eaLnBrk="1" hangingPunct="1">
                <a:defRPr/>
              </a:pPr>
              <a:t>maandag 27 juli 2026</a:t>
            </a:fld>
            <a:endParaRPr lang="nl-NL" sz="1200" dirty="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4B45BAA-DF40-C917-7555-20FEE3552A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281" indent="-285493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1971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98760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5548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2337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69125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5914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2702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fld id="{132F92E6-40EE-4BE9-A861-F861A26AEA74}" type="slidenum">
              <a:rPr lang="nl-NL" sz="1200"/>
              <a:pPr eaLnBrk="1" hangingPunct="1">
                <a:defRPr/>
              </a:pPr>
              <a:t>2</a:t>
            </a:fld>
            <a:endParaRPr lang="nl-NL" sz="1200" dirty="0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3D6D77EA-1A38-B9A7-305A-79CE722F65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52B222E1-D3B7-FA92-EB77-BFEE358DB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nl-NL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441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7E3C8-6A78-13F7-71C0-60B19874B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BC47BA9-3588-E309-DB42-E8E4601A046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281" indent="-285493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1971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98760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5548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2337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69125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5914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2702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fld id="{00B2430E-060B-4E25-A34D-838C2A05867D}" type="datetime2">
              <a:rPr lang="nl-NL" sz="1200"/>
              <a:pPr eaLnBrk="1" hangingPunct="1">
                <a:defRPr/>
              </a:pPr>
              <a:t>maandag 27 juli 2026</a:t>
            </a:fld>
            <a:endParaRPr lang="nl-NL" sz="1200" dirty="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4E1B60D-315A-E508-77F7-D22890F00C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281" indent="-285493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1971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98760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5548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2337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69125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5914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2702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fld id="{132F92E6-40EE-4BE9-A861-F861A26AEA74}" type="slidenum">
              <a:rPr lang="nl-NL" sz="1200"/>
              <a:pPr eaLnBrk="1" hangingPunct="1">
                <a:defRPr/>
              </a:pPr>
              <a:t>3</a:t>
            </a:fld>
            <a:endParaRPr lang="nl-NL" sz="1200" dirty="0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17F4235B-0AB0-74D7-53B7-BC75AFD9E3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E32AB86A-2A6D-CC0E-D2E3-3F22E471A2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nl-NL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6602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8F2DC-BEAF-8B6A-B8F5-B60BEEB40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477497CB-4F22-FFD8-F429-38210812E71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281" indent="-285493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1971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98760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5548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2337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69125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5914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2702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fld id="{00B2430E-060B-4E25-A34D-838C2A05867D}" type="datetime2">
              <a:rPr lang="nl-NL" sz="1200"/>
              <a:pPr eaLnBrk="1" hangingPunct="1">
                <a:defRPr/>
              </a:pPr>
              <a:t>maandag 27 juli 2026</a:t>
            </a:fld>
            <a:endParaRPr lang="nl-NL" sz="1200" dirty="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4EB6ED7-5E79-39B0-EDA9-11208B67C2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281" indent="-285493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1971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98760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5548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2337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69125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5914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2702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fld id="{132F92E6-40EE-4BE9-A861-F861A26AEA74}" type="slidenum">
              <a:rPr lang="nl-NL" sz="1200"/>
              <a:pPr eaLnBrk="1" hangingPunct="1">
                <a:defRPr/>
              </a:pPr>
              <a:t>4</a:t>
            </a:fld>
            <a:endParaRPr lang="nl-NL" sz="1200" dirty="0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35B4D724-4239-7227-7234-C4B0EB3D6E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381993A-03F9-A9FB-A677-03611902A3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nl-NL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5531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76EAB-527A-A3A4-A991-9265AFD84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760F479E-3426-2A68-98F5-CB8AF9A1D86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281" indent="-285493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1971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98760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5548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2337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69125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5914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2702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fld id="{00B2430E-060B-4E25-A34D-838C2A05867D}" type="datetime2">
              <a:rPr lang="nl-NL" sz="1200"/>
              <a:pPr eaLnBrk="1" hangingPunct="1">
                <a:defRPr/>
              </a:pPr>
              <a:t>maandag 27 juli 2026</a:t>
            </a:fld>
            <a:endParaRPr lang="nl-NL" sz="1200" dirty="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EBA10B2-622F-5252-C7E0-F63F9238DE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281" indent="-285493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1971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98760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5548" indent="-228394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2337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69125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5914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2702" indent="-228394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fld id="{132F92E6-40EE-4BE9-A861-F861A26AEA74}" type="slidenum">
              <a:rPr lang="nl-NL" sz="1200"/>
              <a:pPr eaLnBrk="1" hangingPunct="1">
                <a:defRPr/>
              </a:pPr>
              <a:t>5</a:t>
            </a:fld>
            <a:endParaRPr lang="nl-NL" sz="1200" dirty="0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30C36A51-3857-1047-4B1B-A89D57C7B5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90232570-331A-D37D-0288-96C7DE4397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nl-NL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5847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/>
          <p:cNvSpPr>
            <a:spLocks noChangeArrowheads="1"/>
          </p:cNvSpPr>
          <p:nvPr userDrawn="1"/>
        </p:nvSpPr>
        <p:spPr bwMode="auto">
          <a:xfrm>
            <a:off x="0" y="1"/>
            <a:ext cx="9144000" cy="915565"/>
          </a:xfrm>
          <a:prstGeom prst="rect">
            <a:avLst/>
          </a:prstGeom>
          <a:solidFill>
            <a:srgbClr val="00428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nl-NL" dirty="0">
              <a:latin typeface="Arial" charset="0"/>
              <a:ea typeface="ＭＳ Ｐゴシック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39750" y="1762125"/>
            <a:ext cx="5778500" cy="377429"/>
          </a:xfrm>
        </p:spPr>
        <p:txBody>
          <a:bodyPr lIns="0"/>
          <a:lstStyle>
            <a:lvl1pPr>
              <a:defRPr sz="1800" baseline="0">
                <a:solidFill>
                  <a:srgbClr val="0C0F49"/>
                </a:solidFill>
              </a:defRPr>
            </a:lvl1pPr>
          </a:lstStyle>
          <a:p>
            <a:pPr lvl="0"/>
            <a:r>
              <a:rPr lang="nl-NL" noProof="0"/>
              <a:t>Klik voor de subtitel</a:t>
            </a:r>
            <a:endParaRPr lang="nl-NL" noProof="0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39750" y="92108"/>
            <a:ext cx="5780088" cy="778669"/>
          </a:xfrm>
        </p:spPr>
        <p:txBody>
          <a:bodyPr lIns="0"/>
          <a:lstStyle>
            <a:lvl1pPr>
              <a:defRPr sz="4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Klik voor de titel</a:t>
            </a:r>
            <a:endParaRPr lang="nl-NL" noProof="0" dirty="0"/>
          </a:p>
        </p:txBody>
      </p:sp>
      <p:sp>
        <p:nvSpPr>
          <p:cNvPr id="15" name="Tijdelijke aanduiding voor tekst 14"/>
          <p:cNvSpPr>
            <a:spLocks noGrp="1"/>
          </p:cNvSpPr>
          <p:nvPr>
            <p:ph type="body" sz="quarter" idx="11" hasCustomPrompt="1"/>
          </p:nvPr>
        </p:nvSpPr>
        <p:spPr>
          <a:xfrm>
            <a:off x="539750" y="2570560"/>
            <a:ext cx="5111750" cy="289222"/>
          </a:xfrm>
        </p:spPr>
        <p:txBody>
          <a:bodyPr lIns="0"/>
          <a:lstStyle>
            <a:lvl1pPr>
              <a:defRPr sz="1600" baseline="0"/>
            </a:lvl1pPr>
          </a:lstStyle>
          <a:p>
            <a:pPr lvl="0"/>
            <a:r>
              <a:rPr lang="en-US"/>
              <a:t>Klik voor de auteur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71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7088" y="1015604"/>
            <a:ext cx="7488236" cy="3679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27088" y="1600200"/>
            <a:ext cx="7488237" cy="2915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89958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7694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27088" y="1600200"/>
            <a:ext cx="3672904" cy="2591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4009" y="1600200"/>
            <a:ext cx="3660868" cy="2591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84616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7089" y="1006078"/>
            <a:ext cx="7488237" cy="4855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27088" y="1829148"/>
            <a:ext cx="3670300" cy="58058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27088" y="2571750"/>
            <a:ext cx="3670300" cy="194429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6" y="1829148"/>
            <a:ext cx="3670301" cy="58058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6" y="2571750"/>
            <a:ext cx="3670300" cy="194429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2374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2906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20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5265" y="1006079"/>
            <a:ext cx="2638425" cy="50279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1" y="1006079"/>
            <a:ext cx="4740275" cy="3509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27089" y="1707654"/>
            <a:ext cx="2638425" cy="28083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947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7087" y="4009626"/>
            <a:ext cx="7488238" cy="2903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827088" y="1006078"/>
            <a:ext cx="7488237" cy="280781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nl-NL" noProof="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27088" y="4349539"/>
            <a:ext cx="7488237" cy="32844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4900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1233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60232" y="1015603"/>
            <a:ext cx="1655093" cy="3500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27088" y="1015603"/>
            <a:ext cx="5617120" cy="3500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30549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el, tekst en illustra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7089" y="1015604"/>
            <a:ext cx="7470293" cy="3679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half" idx="1"/>
          </p:nvPr>
        </p:nvSpPr>
        <p:spPr>
          <a:xfrm>
            <a:off x="827088" y="1600200"/>
            <a:ext cx="3600896" cy="2915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illustratie 3"/>
          <p:cNvSpPr>
            <a:spLocks noGrp="1"/>
          </p:cNvSpPr>
          <p:nvPr>
            <p:ph type="clipArt" sz="half" idx="2"/>
          </p:nvPr>
        </p:nvSpPr>
        <p:spPr>
          <a:xfrm>
            <a:off x="4644009" y="1600200"/>
            <a:ext cx="3653373" cy="2915841"/>
          </a:xfrm>
        </p:spPr>
        <p:txBody>
          <a:bodyPr/>
          <a:lstStyle/>
          <a:p>
            <a:pPr lvl="0"/>
            <a:r>
              <a:rPr lang="en-US" noProof="0" dirty="0"/>
              <a:t>Click icon to add clip art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15866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22325" y="1006079"/>
            <a:ext cx="7493000" cy="485552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>
          <a:xfrm>
            <a:off x="832704" y="1761660"/>
            <a:ext cx="7482621" cy="2754381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om</a:t>
            </a:r>
            <a:r>
              <a:rPr lang="en-US" dirty="0"/>
              <a:t> de </a:t>
            </a:r>
            <a:r>
              <a:rPr lang="en-US" dirty="0" err="1"/>
              <a:t>titelstijl</a:t>
            </a:r>
            <a:r>
              <a:rPr lang="en-US" dirty="0"/>
              <a:t> van het model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nl-NL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dirty="0"/>
              <a:t>© Nyenrode Business Universiteit        +31 (0)346 - 291 211        info@nyenrode.nl                                                Find us on: </a:t>
            </a:r>
          </a:p>
        </p:txBody>
      </p:sp>
    </p:spTree>
    <p:extLst>
      <p:ext uri="{BB962C8B-B14F-4D97-AF65-F5344CB8AC3E}">
        <p14:creationId xmlns:p14="http://schemas.microsoft.com/office/powerpoint/2010/main" val="501111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7089" y="1006078"/>
            <a:ext cx="7488237" cy="539558"/>
          </a:xfrm>
          <a:prstGeom prst="rect">
            <a:avLst/>
          </a:prstGeom>
        </p:spPr>
        <p:txBody>
          <a:bodyPr vert="horz"/>
          <a:lstStyle/>
          <a:p>
            <a:r>
              <a:rPr lang="en-US" dirty="0" err="1"/>
              <a:t>Titelstijl</a:t>
            </a:r>
            <a:r>
              <a:rPr lang="en-US" dirty="0"/>
              <a:t> van model </a:t>
            </a:r>
            <a:r>
              <a:rPr lang="en-US" dirty="0" err="1"/>
              <a:t>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27089" y="1761660"/>
            <a:ext cx="7488237" cy="2754382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om</a:t>
            </a:r>
            <a:r>
              <a:rPr lang="en-US" dirty="0"/>
              <a:t> de </a:t>
            </a:r>
            <a:r>
              <a:rPr lang="en-US" dirty="0" err="1"/>
              <a:t>tekststijl</a:t>
            </a:r>
            <a:r>
              <a:rPr lang="en-US" dirty="0"/>
              <a:t> van het model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nl-NL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dirty="0"/>
              <a:t>© Nyenrode Business Universiteit        +31 (0)346 - 291 211        info@nyenrode.nl                                                Find us on: </a:t>
            </a:r>
          </a:p>
        </p:txBody>
      </p:sp>
    </p:spTree>
    <p:extLst>
      <p:ext uri="{BB962C8B-B14F-4D97-AF65-F5344CB8AC3E}">
        <p14:creationId xmlns:p14="http://schemas.microsoft.com/office/powerpoint/2010/main" val="42698739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Klik om de tekststijl van het model te bewerken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dirty="0"/>
              <a:t>© Nyenrode Business Universiteit        +31 (0)346 - 291 211        info@nyenrode.nl                                                Find us on: </a:t>
            </a:r>
          </a:p>
        </p:txBody>
      </p:sp>
    </p:spTree>
    <p:extLst>
      <p:ext uri="{BB962C8B-B14F-4D97-AF65-F5344CB8AC3E}">
        <p14:creationId xmlns:p14="http://schemas.microsoft.com/office/powerpoint/2010/main" val="3475041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8657" y="1006078"/>
            <a:ext cx="7486669" cy="485552"/>
          </a:xfrm>
          <a:prstGeom prst="rect">
            <a:avLst/>
          </a:prstGeom>
        </p:spPr>
        <p:txBody>
          <a:bodyPr vert="horz"/>
          <a:lstStyle/>
          <a:p>
            <a:r>
              <a:rPr lang="en-US" dirty="0" err="1"/>
              <a:t>Titelstijl</a:t>
            </a:r>
            <a:r>
              <a:rPr lang="en-US" dirty="0"/>
              <a:t> van model </a:t>
            </a:r>
            <a:r>
              <a:rPr lang="en-US" dirty="0" err="1"/>
              <a:t>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27088" y="1761661"/>
            <a:ext cx="3668712" cy="2754381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om</a:t>
            </a:r>
            <a:r>
              <a:rPr lang="en-US" dirty="0"/>
              <a:t> de </a:t>
            </a:r>
            <a:r>
              <a:rPr lang="en-US" dirty="0" err="1"/>
              <a:t>tekststijl</a:t>
            </a:r>
            <a:r>
              <a:rPr lang="en-US" dirty="0"/>
              <a:t> van het model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1" y="1761660"/>
            <a:ext cx="3667125" cy="2754382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om</a:t>
            </a:r>
            <a:r>
              <a:rPr lang="en-US" dirty="0"/>
              <a:t> de </a:t>
            </a:r>
            <a:r>
              <a:rPr lang="en-US" dirty="0" err="1"/>
              <a:t>tekststijl</a:t>
            </a:r>
            <a:r>
              <a:rPr lang="en-US" dirty="0"/>
              <a:t> van het model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nl-NL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dirty="0"/>
              <a:t>© Nyenrode Business Universiteit        +31 (0)346 - 291 211        info@nyenrode.nl                                                Find us on: </a:t>
            </a:r>
          </a:p>
        </p:txBody>
      </p:sp>
    </p:spTree>
    <p:extLst>
      <p:ext uri="{BB962C8B-B14F-4D97-AF65-F5344CB8AC3E}">
        <p14:creationId xmlns:p14="http://schemas.microsoft.com/office/powerpoint/2010/main" val="388444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7089" y="1006078"/>
            <a:ext cx="7488237" cy="539558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 dirty="0" err="1"/>
              <a:t>Titelstijl</a:t>
            </a:r>
            <a:r>
              <a:rPr lang="en-US" dirty="0"/>
              <a:t> van model </a:t>
            </a:r>
            <a:r>
              <a:rPr lang="en-US" dirty="0" err="1"/>
              <a:t>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27088" y="1653648"/>
            <a:ext cx="3670300" cy="580584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om</a:t>
            </a:r>
            <a:r>
              <a:rPr lang="en-US" dirty="0"/>
              <a:t> de </a:t>
            </a:r>
            <a:r>
              <a:rPr lang="en-US" dirty="0" err="1"/>
              <a:t>tekststijl</a:t>
            </a:r>
            <a:r>
              <a:rPr lang="en-US" dirty="0"/>
              <a:t> van het model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27088" y="2355726"/>
            <a:ext cx="3670300" cy="216031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om</a:t>
            </a:r>
            <a:r>
              <a:rPr lang="en-US" dirty="0"/>
              <a:t> de </a:t>
            </a:r>
            <a:r>
              <a:rPr lang="en-US" dirty="0" err="1"/>
              <a:t>tekststijl</a:t>
            </a:r>
            <a:r>
              <a:rPr lang="en-US" dirty="0"/>
              <a:t> van het model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6" y="1653648"/>
            <a:ext cx="3670301" cy="580584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om</a:t>
            </a:r>
            <a:r>
              <a:rPr lang="en-US" dirty="0"/>
              <a:t> de </a:t>
            </a:r>
            <a:r>
              <a:rPr lang="en-US" dirty="0" err="1"/>
              <a:t>tekststijl</a:t>
            </a:r>
            <a:r>
              <a:rPr lang="en-US" dirty="0"/>
              <a:t> van het model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6" y="2355726"/>
            <a:ext cx="3670300" cy="216031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dirty="0"/>
              <a:t>© Nyenrode Business Universiteit        +31 (0)346 - 291 211        info@nyenrode.nl                                                Find us on: </a:t>
            </a:r>
          </a:p>
        </p:txBody>
      </p:sp>
    </p:spTree>
    <p:extLst>
      <p:ext uri="{BB962C8B-B14F-4D97-AF65-F5344CB8AC3E}">
        <p14:creationId xmlns:p14="http://schemas.microsoft.com/office/powerpoint/2010/main" val="22521977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44537" y="1013937"/>
            <a:ext cx="7470789" cy="585705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dirty="0"/>
              <a:t>© Nyenrode Business Universiteit        +31 (0)346 - 291 211        info@nyenrode.nl                                                Find us on: </a:t>
            </a:r>
          </a:p>
        </p:txBody>
      </p:sp>
    </p:spTree>
    <p:extLst>
      <p:ext uri="{BB962C8B-B14F-4D97-AF65-F5344CB8AC3E}">
        <p14:creationId xmlns:p14="http://schemas.microsoft.com/office/powerpoint/2010/main" val="24408842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dirty="0"/>
              <a:t>© Nyenrode Business Universiteit        +31 (0)346 - 291 211        info@nyenrode.nl                                                Find us on: </a:t>
            </a:r>
          </a:p>
        </p:txBody>
      </p:sp>
    </p:spTree>
    <p:extLst>
      <p:ext uri="{BB962C8B-B14F-4D97-AF65-F5344CB8AC3E}">
        <p14:creationId xmlns:p14="http://schemas.microsoft.com/office/powerpoint/2010/main" val="4741770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7089" y="1006078"/>
            <a:ext cx="2638424" cy="479186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 dirty="0" err="1"/>
              <a:t>Titelstijl</a:t>
            </a:r>
            <a:r>
              <a:rPr lang="en-US" dirty="0"/>
              <a:t> van model </a:t>
            </a:r>
            <a:r>
              <a:rPr lang="en-US" dirty="0" err="1"/>
              <a:t>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1" y="1006079"/>
            <a:ext cx="4740275" cy="350996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27089" y="1653648"/>
            <a:ext cx="2638425" cy="2862394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om</a:t>
            </a:r>
            <a:r>
              <a:rPr lang="en-US" dirty="0"/>
              <a:t> de </a:t>
            </a:r>
            <a:r>
              <a:rPr lang="en-US" dirty="0" err="1"/>
              <a:t>tekststijl</a:t>
            </a:r>
            <a:r>
              <a:rPr lang="en-US" dirty="0"/>
              <a:t> van het model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dirty="0"/>
              <a:t>© Nyenrode Business Universiteit        +31 (0)346 - 291 211        info@nyenrode.nl                                                Find us on: </a:t>
            </a:r>
          </a:p>
        </p:txBody>
      </p:sp>
    </p:spTree>
    <p:extLst>
      <p:ext uri="{BB962C8B-B14F-4D97-AF65-F5344CB8AC3E}">
        <p14:creationId xmlns:p14="http://schemas.microsoft.com/office/powerpoint/2010/main" val="32661325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dirty="0"/>
              <a:t>© Nyenrode Business Universiteit        +31 (0)346 - 291 211        info@nyenrode.nl                                                Find us on: </a:t>
            </a:r>
          </a:p>
        </p:txBody>
      </p:sp>
    </p:spTree>
    <p:extLst>
      <p:ext uri="{BB962C8B-B14F-4D97-AF65-F5344CB8AC3E}">
        <p14:creationId xmlns:p14="http://schemas.microsoft.com/office/powerpoint/2010/main" val="26298262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7089" y="998697"/>
            <a:ext cx="7488237" cy="54693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27089" y="1653648"/>
            <a:ext cx="7488237" cy="286239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dirty="0"/>
              <a:t>© Nyenrode Business Universiteit        +31 (0)346 - 291 211        info@nyenrode.nl                                                Find us on: </a:t>
            </a:r>
          </a:p>
        </p:txBody>
      </p:sp>
    </p:spTree>
    <p:extLst>
      <p:ext uri="{BB962C8B-B14F-4D97-AF65-F5344CB8AC3E}">
        <p14:creationId xmlns:p14="http://schemas.microsoft.com/office/powerpoint/2010/main" val="26673661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1" y="1006079"/>
            <a:ext cx="1685925" cy="35099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27088" y="1006078"/>
            <a:ext cx="5649912" cy="3509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dirty="0"/>
              <a:t>© Nyenrode Business Universiteit        +31 (0)346 - 291 211        info@nyenrode.nl                                                Find us on: </a:t>
            </a:r>
          </a:p>
        </p:txBody>
      </p:sp>
    </p:spTree>
    <p:extLst>
      <p:ext uri="{BB962C8B-B14F-4D97-AF65-F5344CB8AC3E}">
        <p14:creationId xmlns:p14="http://schemas.microsoft.com/office/powerpoint/2010/main" val="199215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17" Type="http://schemas.openxmlformats.org/officeDocument/2006/relationships/image" Target="../media/image6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49665" y="1015604"/>
            <a:ext cx="7488237" cy="367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dirty="0"/>
              <a:t>Klik om het opmaakprofiel te bewerken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9665" y="1600200"/>
            <a:ext cx="7488237" cy="2915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dirty="0"/>
              <a:t>Klik om de opmaakprofielen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714EFD0E-2B9F-4DAE-BE4C-67518543E47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575479" y="320309"/>
            <a:ext cx="2099234" cy="59978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06" r:id="rId3"/>
    <p:sldLayoutId id="2147483907" r:id="rId4"/>
    <p:sldLayoutId id="2147483908" r:id="rId5"/>
    <p:sldLayoutId id="2147483909" r:id="rId6"/>
    <p:sldLayoutId id="2147483927" r:id="rId7"/>
    <p:sldLayoutId id="2147483910" r:id="rId8"/>
    <p:sldLayoutId id="2147483911" r:id="rId9"/>
    <p:sldLayoutId id="2147483928" r:id="rId10"/>
    <p:sldLayoutId id="2147483912" r:id="rId11"/>
    <p:sldLayoutId id="2147483913" r:id="rId1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+mj-lt"/>
          <a:ea typeface="+mj-ea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1101725" algn="l" rtl="0" eaLnBrk="1" fontAlgn="base" hangingPunct="1">
        <a:spcBef>
          <a:spcPct val="20000"/>
        </a:spcBef>
        <a:spcAft>
          <a:spcPct val="0"/>
        </a:spcAft>
        <a:buClr>
          <a:srgbClr val="C0002A"/>
        </a:buClr>
        <a:buFont typeface="Lucida Grande" charset="0"/>
        <a:buChar char="&gt;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2pPr>
      <a:lvl3pPr marL="596900" indent="-285750" algn="l" rtl="0" eaLnBrk="1" fontAlgn="base" hangingPunct="1">
        <a:spcBef>
          <a:spcPct val="20000"/>
        </a:spcBef>
        <a:spcAft>
          <a:spcPct val="0"/>
        </a:spcAft>
        <a:buClr>
          <a:srgbClr val="C0002A"/>
        </a:buClr>
        <a:buFont typeface="Lucida Grande" charset="0"/>
        <a:buChar char="&gt;"/>
        <a:defRPr>
          <a:solidFill>
            <a:schemeClr val="tx1"/>
          </a:solidFill>
          <a:latin typeface="+mn-lt"/>
          <a:ea typeface="+mn-ea"/>
          <a:cs typeface="ＭＳ Ｐゴシック" charset="0"/>
        </a:defRPr>
      </a:lvl3pPr>
      <a:lvl4pPr marL="898525" indent="-285750" algn="l" rtl="0" eaLnBrk="1" fontAlgn="base" hangingPunct="1">
        <a:spcBef>
          <a:spcPct val="20000"/>
        </a:spcBef>
        <a:spcAft>
          <a:spcPct val="0"/>
        </a:spcAft>
        <a:buClr>
          <a:srgbClr val="C0002A"/>
        </a:buClr>
        <a:buFont typeface="Lucida Grande" charset="0"/>
        <a:buChar char="&gt;"/>
        <a:defRPr sz="1600">
          <a:solidFill>
            <a:schemeClr val="tx1"/>
          </a:solidFill>
          <a:latin typeface="+mn-lt"/>
          <a:ea typeface="+mn-ea"/>
          <a:cs typeface="ＭＳ Ｐゴシック" charset="0"/>
        </a:defRPr>
      </a:lvl4pPr>
      <a:lvl5pPr marL="1258888" indent="-285750" algn="l" rtl="0" eaLnBrk="1" fontAlgn="base" hangingPunct="1">
        <a:spcBef>
          <a:spcPct val="20000"/>
        </a:spcBef>
        <a:spcAft>
          <a:spcPct val="0"/>
        </a:spcAft>
        <a:buClr>
          <a:srgbClr val="C0002A"/>
        </a:buClr>
        <a:buFont typeface="Lucida Grande" charset="0"/>
        <a:buChar char="&gt;"/>
        <a:defRPr sz="1400">
          <a:solidFill>
            <a:schemeClr val="tx1"/>
          </a:solidFill>
          <a:latin typeface="+mn-lt"/>
          <a:ea typeface="+mn-ea"/>
          <a:cs typeface="ＭＳ Ｐゴシック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 descr="nav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9" y="446485"/>
            <a:ext cx="5462587" cy="234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0" y="4792266"/>
            <a:ext cx="9144000" cy="351234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  <a:defRPr/>
            </a:pPr>
            <a:endParaRPr lang="nl-NL" sz="1600" dirty="0">
              <a:latin typeface="Arial" charset="0"/>
              <a:ea typeface="ＭＳ Ｐゴシック" charset="0"/>
            </a:endParaRPr>
          </a:p>
        </p:txBody>
      </p:sp>
      <p:sp>
        <p:nvSpPr>
          <p:cNvPr id="9114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751" y="4857750"/>
            <a:ext cx="7993063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 lang="nl-NL" dirty="0"/>
              <a:t>© Nyenrode Business Universiteit        +31 (0)346 - 291 211        info@nyenrode.nl                                                Find us on: </a:t>
            </a:r>
          </a:p>
        </p:txBody>
      </p:sp>
      <p:pic>
        <p:nvPicPr>
          <p:cNvPr id="2053" name="Picture 9" descr="icon-mail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288" y="4911329"/>
            <a:ext cx="133350" cy="8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0" descr="icons-social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4893469"/>
            <a:ext cx="9144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11" descr="icon-phone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4911329"/>
            <a:ext cx="133350" cy="8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13" descr="logo-nyenrode-wit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6" y="303610"/>
            <a:ext cx="2206625" cy="355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8" r:id="rId5"/>
    <p:sldLayoutId id="2147483919" r:id="rId6"/>
    <p:sldLayoutId id="2147483920" r:id="rId7"/>
    <p:sldLayoutId id="2147483921" r:id="rId8"/>
    <p:sldLayoutId id="2147483922" r:id="rId9"/>
    <p:sldLayoutId id="2147483923" r:id="rId10"/>
    <p:sldLayoutId id="214748392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  <a:cs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  <a:cs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  <a:cs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  <a:cs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Afbeelding met tekst, schermopname&#10;&#10;Door AI gegenereerde inhoud is mogelijk onjuist.">
            <a:extLst>
              <a:ext uri="{FF2B5EF4-FFF2-40B4-BE49-F238E27FC236}">
                <a16:creationId xmlns:a16="http://schemas.microsoft.com/office/drawing/2014/main" id="{8D4612F5-EB92-9786-774A-E65FA2DA91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36"/>
          <a:stretch/>
        </p:blipFill>
        <p:spPr>
          <a:xfrm>
            <a:off x="4860032" y="221633"/>
            <a:ext cx="3816424" cy="661649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BE096601-DB45-7976-5BCC-A1E4BB184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1059582"/>
            <a:ext cx="5363042" cy="393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31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32EDD-1A7D-391B-0582-4D7D6E3E2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C98092FD-E211-FC6B-2ABD-91153417C3C4}"/>
              </a:ext>
            </a:extLst>
          </p:cNvPr>
          <p:cNvSpPr txBox="1"/>
          <p:nvPr/>
        </p:nvSpPr>
        <p:spPr>
          <a:xfrm>
            <a:off x="539552" y="1203598"/>
            <a:ext cx="6621809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nl-NL" sz="1000" b="1" dirty="0"/>
              <a:t>HIGH POTENTIAL PROGRAMMA 2025</a:t>
            </a:r>
          </a:p>
          <a:p>
            <a:pPr algn="l"/>
            <a:endParaRPr lang="nl-NL" sz="12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8EA58A3-1B88-652C-929F-8E9EC40581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037"/>
          <a:stretch/>
        </p:blipFill>
        <p:spPr>
          <a:xfrm>
            <a:off x="561603" y="1449573"/>
            <a:ext cx="6121638" cy="2922377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2D6A2A68-00F7-AB33-4397-DF238BE917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3" t="79975" r="19277" b="1646"/>
          <a:stretch/>
        </p:blipFill>
        <p:spPr>
          <a:xfrm>
            <a:off x="518266" y="4311278"/>
            <a:ext cx="4730478" cy="771550"/>
          </a:xfrm>
          <a:prstGeom prst="rect">
            <a:avLst/>
          </a:prstGeom>
        </p:spPr>
      </p:pic>
      <p:pic>
        <p:nvPicPr>
          <p:cNvPr id="3" name="Afbeelding 2" descr="Afbeelding met tekst, schermopname&#10;&#10;Door AI gegenereerde inhoud is mogelijk onjuist.">
            <a:extLst>
              <a:ext uri="{FF2B5EF4-FFF2-40B4-BE49-F238E27FC236}">
                <a16:creationId xmlns:a16="http://schemas.microsoft.com/office/drawing/2014/main" id="{5D444466-02D4-E44B-88AD-0C31159DC4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236"/>
          <a:stretch/>
        </p:blipFill>
        <p:spPr>
          <a:xfrm>
            <a:off x="4860032" y="221633"/>
            <a:ext cx="3816424" cy="66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63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839F3-8889-C2E1-A9FD-2F4C18C24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4674AC42-45EC-D1D9-0BB1-2A80243D4DCE}"/>
              </a:ext>
            </a:extLst>
          </p:cNvPr>
          <p:cNvSpPr txBox="1"/>
          <p:nvPr/>
        </p:nvSpPr>
        <p:spPr>
          <a:xfrm>
            <a:off x="539552" y="1203598"/>
            <a:ext cx="6621809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nl-NL" sz="1000" b="1" dirty="0"/>
              <a:t>HIGH POTENTIAL PROGRAMMA 2025</a:t>
            </a:r>
          </a:p>
          <a:p>
            <a:pPr algn="l"/>
            <a:endParaRPr lang="nl-NL" sz="12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53288D7-F807-058D-5901-95D8E776A3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37" b="31544"/>
          <a:stretch/>
        </p:blipFill>
        <p:spPr>
          <a:xfrm>
            <a:off x="587224" y="1448290"/>
            <a:ext cx="5953921" cy="2952328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CB70A08C-F045-2D31-829A-CC8473731F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6" t="79574" b="1045"/>
          <a:stretch/>
        </p:blipFill>
        <p:spPr>
          <a:xfrm>
            <a:off x="587224" y="4279404"/>
            <a:ext cx="5793953" cy="864096"/>
          </a:xfrm>
          <a:prstGeom prst="rect">
            <a:avLst/>
          </a:prstGeom>
        </p:spPr>
      </p:pic>
      <p:pic>
        <p:nvPicPr>
          <p:cNvPr id="3" name="Afbeelding 2" descr="Afbeelding met tekst, schermopname&#10;&#10;Door AI gegenereerde inhoud is mogelijk onjuist.">
            <a:extLst>
              <a:ext uri="{FF2B5EF4-FFF2-40B4-BE49-F238E27FC236}">
                <a16:creationId xmlns:a16="http://schemas.microsoft.com/office/drawing/2014/main" id="{434A84A5-1126-3247-0E7C-38DC9A47C2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236"/>
          <a:stretch/>
        </p:blipFill>
        <p:spPr>
          <a:xfrm>
            <a:off x="4860032" y="221633"/>
            <a:ext cx="3816424" cy="66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7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3FAB5-34C2-74B4-00FD-597F20521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43CC9F47-D511-D84D-1B97-4B9EC81F93CF}"/>
              </a:ext>
            </a:extLst>
          </p:cNvPr>
          <p:cNvSpPr txBox="1"/>
          <p:nvPr/>
        </p:nvSpPr>
        <p:spPr>
          <a:xfrm>
            <a:off x="539552" y="1203598"/>
            <a:ext cx="6621809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nl-NL" sz="1000" b="1" dirty="0"/>
              <a:t>HIGH POTENTIAL PROGRAMMA 2025</a:t>
            </a:r>
          </a:p>
          <a:p>
            <a:pPr algn="l"/>
            <a:endParaRPr lang="nl-NL" sz="12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4CE0A93-F4A2-046E-3C2E-DEEF9306A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521189"/>
            <a:ext cx="4543258" cy="3579862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31407661-99CB-1D3E-3938-FD9214E7A8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937"/>
          <a:stretch/>
        </p:blipFill>
        <p:spPr>
          <a:xfrm>
            <a:off x="2952328" y="2355726"/>
            <a:ext cx="5168880" cy="2448272"/>
          </a:xfrm>
          <a:prstGeom prst="rect">
            <a:avLst/>
          </a:prstGeom>
        </p:spPr>
      </p:pic>
      <p:pic>
        <p:nvPicPr>
          <p:cNvPr id="3" name="Afbeelding 2" descr="Afbeelding met tekst, schermopname&#10;&#10;Door AI gegenereerde inhoud is mogelijk onjuist.">
            <a:extLst>
              <a:ext uri="{FF2B5EF4-FFF2-40B4-BE49-F238E27FC236}">
                <a16:creationId xmlns:a16="http://schemas.microsoft.com/office/drawing/2014/main" id="{44C5AA10-C7D4-FDE5-BB9B-9AA983F901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236"/>
          <a:stretch/>
        </p:blipFill>
        <p:spPr>
          <a:xfrm>
            <a:off x="4860032" y="221633"/>
            <a:ext cx="3816424" cy="66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4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63ED-B129-3C82-E2F1-69BA0C5F8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8E77A7E9-39FF-1181-19E7-C928C3EAE5EB}"/>
              </a:ext>
            </a:extLst>
          </p:cNvPr>
          <p:cNvSpPr txBox="1"/>
          <p:nvPr/>
        </p:nvSpPr>
        <p:spPr>
          <a:xfrm>
            <a:off x="539552" y="1203598"/>
            <a:ext cx="6621809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nl-NL" sz="1000" b="1" dirty="0"/>
              <a:t>HIGH POTENTIAL PROGRAMMA 2025</a:t>
            </a:r>
          </a:p>
          <a:p>
            <a:pPr algn="l"/>
            <a:endParaRPr lang="nl-NL" sz="12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45146DCE-C843-16B5-078D-F9867E82C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04" y="1491631"/>
            <a:ext cx="6207736" cy="322843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47C7FBEE-E4D4-3431-8AA4-E3FC8A4FA5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65" r="5342"/>
          <a:stretch/>
        </p:blipFill>
        <p:spPr>
          <a:xfrm>
            <a:off x="3275856" y="3003798"/>
            <a:ext cx="5616623" cy="1589419"/>
          </a:xfrm>
          <a:prstGeom prst="rect">
            <a:avLst/>
          </a:prstGeom>
        </p:spPr>
      </p:pic>
      <p:pic>
        <p:nvPicPr>
          <p:cNvPr id="3" name="Afbeelding 2" descr="Afbeelding met tekst, schermopname&#10;&#10;Door AI gegenereerde inhoud is mogelijk onjuist.">
            <a:extLst>
              <a:ext uri="{FF2B5EF4-FFF2-40B4-BE49-F238E27FC236}">
                <a16:creationId xmlns:a16="http://schemas.microsoft.com/office/drawing/2014/main" id="{0027E89E-7BB1-7A71-A76B-72FAF0D840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236"/>
          <a:stretch/>
        </p:blipFill>
        <p:spPr>
          <a:xfrm>
            <a:off x="4860032" y="221633"/>
            <a:ext cx="3816424" cy="66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59209"/>
      </p:ext>
    </p:extLst>
  </p:cSld>
  <p:clrMapOvr>
    <a:masterClrMapping/>
  </p:clrMapOvr>
</p:sld>
</file>

<file path=ppt/theme/theme1.xml><?xml version="1.0" encoding="utf-8"?>
<a:theme xmlns:a="http://schemas.openxmlformats.org/drawingml/2006/main" name="NL_Widescreen">
  <a:themeElements>
    <a:clrScheme name="Stramie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nl-NL" sz="1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nl-NL" sz="1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Strami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mi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mi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mi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mi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mi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mi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mi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mi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mi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mi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mi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Foto's">
  <a:themeElements>
    <a:clrScheme name="Foto'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Foto'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nl-NL" sz="1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nl-NL" sz="1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Foto'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to'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to'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to'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to'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to'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to'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to'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to'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to'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to'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to'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-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NL_Widescreen</Template>
  <TotalTime>0</TotalTime>
  <Words>26</Words>
  <Application>Microsoft Office PowerPoint</Application>
  <PresentationFormat>Diavoorstelling (16:9)</PresentationFormat>
  <Paragraphs>14</Paragraphs>
  <Slides>5</Slides>
  <Notes>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2</vt:i4>
      </vt:variant>
      <vt:variant>
        <vt:lpstr>Diatitels</vt:lpstr>
      </vt:variant>
      <vt:variant>
        <vt:i4>5</vt:i4>
      </vt:variant>
    </vt:vector>
  </HeadingPairs>
  <TitlesOfParts>
    <vt:vector size="10" baseType="lpstr">
      <vt:lpstr>Arial</vt:lpstr>
      <vt:lpstr>Calibri</vt:lpstr>
      <vt:lpstr>Lucida Grande</vt:lpstr>
      <vt:lpstr>NL_Widescreen</vt:lpstr>
      <vt:lpstr>Foto's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Marcel Noordhuis</dc:creator>
  <cp:lastModifiedBy>Marcel Noordhuis</cp:lastModifiedBy>
  <cp:revision>210</cp:revision>
  <cp:lastPrinted>2025-03-10T12:12:06Z</cp:lastPrinted>
  <dcterms:created xsi:type="dcterms:W3CDTF">2013-05-29T18:53:33Z</dcterms:created>
  <dcterms:modified xsi:type="dcterms:W3CDTF">2026-07-27T18:13:42Z</dcterms:modified>
</cp:coreProperties>
</file>